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291C-1FE7-13BF-6D03-3815F54D6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DE848-C9AE-C48C-38B2-7E7ECFC44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6D020-2B85-C8CB-2AD2-EB519CF0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77228-EB2F-5F0C-0814-8FFB4EF0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80D36-4905-60E8-359D-AD639AF7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134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E3C3-1E78-4654-AF3B-A9270FB6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55788-3A83-8952-FEA6-927450AFD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AC25F-C1D1-D2D6-F2DC-382BC656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3B0B9-6234-E54B-74AD-BB43F0C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3FF66-2731-F479-21C9-0D346D1F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3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2F59-8919-2E56-6D03-7DBCBCE23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DFE27-86BB-3D46-3374-9B4DB163C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49AA-FD1D-2EB9-3A21-7619682D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7E6C2-FA1F-62F7-566F-1DD97DD2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962C3-72DA-A977-7FF8-0764F8DD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83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1BB8-5046-0CAF-87B5-8A280D25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A3C6-471C-B765-1FEF-9488C8569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456D8-2FA1-655B-8D33-5C1E826FD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505BA-14A4-AE31-B7C2-C9CABFB52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95409-7EF1-2F4D-AA93-203D484C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F5E39-B824-34A1-594E-69433E73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58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C409-3747-5EAA-02D2-E94A945D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114B5-1D4C-6984-525B-030B2CAF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A564E-A331-B3E6-5A39-A3316707A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03FD8-2A94-4388-2609-9F8A84E75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4B85A7-E611-FA33-70E9-3A0BF0A1C4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C674DA-4243-036D-B0A7-0D481D178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6E846-263E-B174-6E0B-C00B93DF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CF925-14A3-B138-FAE3-82E00E1C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12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C4B9D-D98A-7914-765D-CD2E3C57C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34642-5E62-200F-B18E-A59D423C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26A23-52EC-69E5-449A-E270A0C0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659E3-1DE5-119B-07E4-D6170932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85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3DED5-4AC0-0B0A-5F9B-76BEF7F5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A9B8F-8CBA-6771-2D65-49F0A236A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35635-7D7C-2A3C-360D-D7868842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23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35AB-0762-AB76-EC5C-FF21C59A4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FC6FF-B29B-581B-C9FF-7206A6332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E304F-AB03-D05C-7021-3304E4961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7FB6F-F6A4-DD0D-9175-48C53F03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796D9-4980-E012-2E60-19DC06B09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FC1BE-4C73-5D98-999A-7979B0A1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074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694A-F58A-CD1E-67A6-74371E828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F2A67-7B60-FE27-0902-3636A43FE8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0DFA6-100C-F284-0992-A8BE1A6C9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C5B34-EBEC-BA42-1416-FB760785E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8619B-7125-D989-98BE-0BA53B0D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9165E-1C57-34E1-1418-61FC1A56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56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5732-8887-ADFD-BCC6-AC99C499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A04B7-EFCA-5944-A6C3-A246C4DF1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56684-0D92-EBE1-5099-FCD7BF80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4A687-ECA8-C5A7-FEE2-81D19A76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7C113-977D-167D-9035-466EE55B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03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57303F-BA83-2FA6-DB8A-5425B0998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876C1-2690-9D67-E9F0-F78681CC5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323B2-50C3-0F25-D3B7-4205616A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E0029-301E-C7BF-1674-CB710250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866BC-50A0-DC3B-690F-2D296414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57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1A228-DAD0-C371-8643-C8F39522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CEF95-F931-6E4A-23BB-5A0670E15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29CF6-7F70-A9A9-8EFB-483307958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10C15-86AB-6B49-8F27-021944A1B62B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1854B-ED6C-CD7E-741E-7B2F26774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B677D-9823-00E5-FA01-9E9735BE8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44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2054-BADE-7C14-5E63-51F41BB4FE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Work Experience 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E78CC-5A80-F147-0EB8-737C1A0FD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Mario Antonioletti (</a:t>
            </a:r>
            <a:r>
              <a:rPr lang="en-GB" dirty="0" err="1"/>
              <a:t>mario@epcc.ed.ac.uk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3205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B513-AEE0-67C2-DE51-23DE3DD2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19783-55D7-84B9-02E0-8738CA931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Teach you the basics of some essential skills</a:t>
            </a:r>
          </a:p>
          <a:p>
            <a:pPr lvl="1"/>
            <a:r>
              <a:rPr lang="en-GB" dirty="0"/>
              <a:t>The command line (use the Unix shell)</a:t>
            </a:r>
          </a:p>
          <a:p>
            <a:pPr lvl="2"/>
            <a:r>
              <a:rPr lang="en-GB" dirty="0"/>
              <a:t>Gives you power over a GUI</a:t>
            </a:r>
          </a:p>
          <a:p>
            <a:pPr lvl="2"/>
            <a:r>
              <a:rPr lang="en-GB" dirty="0"/>
              <a:t>It may be the only way to access a remote system</a:t>
            </a:r>
          </a:p>
          <a:p>
            <a:pPr lvl="1"/>
            <a:r>
              <a:rPr lang="en-GB" dirty="0"/>
              <a:t>Learn to use an editor and use markdown</a:t>
            </a:r>
          </a:p>
          <a:p>
            <a:pPr lvl="2"/>
            <a:r>
              <a:rPr lang="en-GB" dirty="0"/>
              <a:t>Editors allow you to produce code</a:t>
            </a:r>
          </a:p>
          <a:p>
            <a:pPr lvl="2"/>
            <a:r>
              <a:rPr lang="en-GB" dirty="0"/>
              <a:t>Markdown a simple way to markup (like html) a document </a:t>
            </a:r>
          </a:p>
          <a:p>
            <a:pPr lvl="1"/>
            <a:r>
              <a:rPr lang="en-GB" dirty="0"/>
              <a:t>Using revision control systems (git)</a:t>
            </a:r>
          </a:p>
          <a:p>
            <a:pPr lvl="2"/>
            <a:r>
              <a:rPr lang="en-GB" dirty="0"/>
              <a:t>Allows you to back-up code</a:t>
            </a:r>
          </a:p>
          <a:p>
            <a:pPr lvl="2"/>
            <a:r>
              <a:rPr lang="en-GB" dirty="0"/>
              <a:t>Keep code synchronised when using different machines</a:t>
            </a:r>
          </a:p>
          <a:p>
            <a:pPr lvl="2"/>
            <a:r>
              <a:rPr lang="en-GB" dirty="0"/>
              <a:t>Can collaborate with other people developing code</a:t>
            </a:r>
          </a:p>
          <a:p>
            <a:pPr lvl="2"/>
            <a:r>
              <a:rPr lang="en-GB" dirty="0"/>
              <a:t>Can show others what you can do</a:t>
            </a:r>
          </a:p>
          <a:p>
            <a:pPr lvl="1"/>
            <a:r>
              <a:rPr lang="en-GB" dirty="0"/>
              <a:t>Do some simple programming </a:t>
            </a:r>
            <a:r>
              <a:rPr lang="en-GB"/>
              <a:t>using Python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12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484E2-7CC1-794A-9416-C4D9B6B8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Rough timetable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A0E56-0314-5500-4D3C-9A5B01E40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Monday: Intro, setup, start on the shell, editing, markdown</a:t>
            </a:r>
          </a:p>
          <a:p>
            <a:r>
              <a:rPr lang="en-US" dirty="0"/>
              <a:t>Tuesday: ACF tour (nothing else)</a:t>
            </a:r>
          </a:p>
          <a:p>
            <a:r>
              <a:rPr lang="en-US" dirty="0"/>
              <a:t>Wednesday, Thursday, Friday:</a:t>
            </a:r>
          </a:p>
          <a:p>
            <a:pPr lvl="1"/>
            <a:r>
              <a:rPr lang="en-US" dirty="0"/>
              <a:t>Cover topic in the morning, consolidate in the afternoon</a:t>
            </a:r>
          </a:p>
        </p:txBody>
      </p:sp>
    </p:spTree>
    <p:extLst>
      <p:ext uri="{BB962C8B-B14F-4D97-AF65-F5344CB8AC3E}">
        <p14:creationId xmlns:p14="http://schemas.microsoft.com/office/powerpoint/2010/main" val="946330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156</Words>
  <Application>Microsoft Macintosh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Work Experience 26</vt:lpstr>
      <vt:lpstr>Purpose</vt:lpstr>
      <vt:lpstr>Rough timetable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Antonioletti</dc:creator>
  <cp:lastModifiedBy>Mario Antonioletti</cp:lastModifiedBy>
  <cp:revision>3</cp:revision>
  <dcterms:created xsi:type="dcterms:W3CDTF">2026-10-08T10:07:36Z</dcterms:created>
  <dcterms:modified xsi:type="dcterms:W3CDTF">2026-10-12T07:46:47Z</dcterms:modified>
</cp:coreProperties>
</file>